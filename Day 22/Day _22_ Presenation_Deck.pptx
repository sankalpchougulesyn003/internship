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c070d1e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cc070d1e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cc070d1e0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cc070d1e0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cc070d1e0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cc070d1e0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c070d1e0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cc070d1e0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2941275" y="1607350"/>
            <a:ext cx="6356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Georgia"/>
                <a:ea typeface="Georgia"/>
                <a:cs typeface="Georgia"/>
                <a:sym typeface="Georgia"/>
              </a:rPr>
              <a:t>                                          </a:t>
            </a:r>
            <a:r>
              <a:rPr b="1" lang="en"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b="1" lang="en">
                <a:latin typeface="Georgia"/>
                <a:ea typeface="Georgia"/>
                <a:cs typeface="Georgia"/>
                <a:sym typeface="Georgia"/>
              </a:rPr>
              <a:t>Task    -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eorgia"/>
                <a:ea typeface="Georgia"/>
                <a:cs typeface="Georgia"/>
                <a:sym typeface="Georgia"/>
              </a:rPr>
              <a:t>Complete an end-to-end analytics project with a presentation deck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2560575" y="321575"/>
            <a:ext cx="5880300" cy="5817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4A86E8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Day 22 Task </a:t>
            </a:r>
            <a:r>
              <a:rPr b="1" lang="en" sz="1900">
                <a:solidFill>
                  <a:srgbClr val="4A86E8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Presentation</a:t>
            </a:r>
            <a:r>
              <a:rPr b="1" lang="en" sz="1900">
                <a:solidFill>
                  <a:srgbClr val="4A86E8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 Deck.</a:t>
            </a:r>
            <a:endParaRPr sz="2100">
              <a:solidFill>
                <a:srgbClr val="4A86E8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3645550" y="2737225"/>
            <a:ext cx="42462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Presented</a:t>
            </a:r>
            <a:r>
              <a:rPr lang="en" sz="15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 By -</a:t>
            </a:r>
            <a:endParaRPr sz="15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Sankalp Parasharam Chougule</a:t>
            </a:r>
            <a:endParaRPr sz="15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Data Analyst Intern</a:t>
            </a:r>
            <a:endParaRPr sz="15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1173975" y="386700"/>
            <a:ext cx="6981300" cy="3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Task Overview</a:t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Analyze Airbnb dataset 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 Understand factors affecting price.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b="1" lang="en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Build end to end pipeline.</a:t>
            </a:r>
            <a:endParaRPr b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741350" y="399025"/>
            <a:ext cx="63894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 Overview</a:t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dataset was </a:t>
            </a:r>
            <a:r>
              <a:rPr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downloaded from</a:t>
            </a: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Kaggle.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The dataset has </a:t>
            </a:r>
            <a:r>
              <a:rPr b="1" lang="en" sz="1600">
                <a:latin typeface="Georgia"/>
                <a:ea typeface="Georgia"/>
                <a:cs typeface="Georgia"/>
                <a:sym typeface="Georgia"/>
              </a:rPr>
              <a:t>102058 rows</a:t>
            </a: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lang="en" sz="1600">
                <a:latin typeface="Georgia"/>
                <a:ea typeface="Georgia"/>
                <a:cs typeface="Georgia"/>
                <a:sym typeface="Georgia"/>
              </a:rPr>
              <a:t>24 columns</a:t>
            </a:r>
            <a:r>
              <a:rPr lang="en" sz="1600">
                <a:latin typeface="Georgia"/>
                <a:ea typeface="Georgia"/>
                <a:cs typeface="Georgia"/>
                <a:sym typeface="Georgia"/>
              </a:rPr>
              <a:t>.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741350" y="2434225"/>
            <a:ext cx="66114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Tools Used </a:t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Jupyter lite - Cleaning and EDA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rgia"/>
              <a:buChar char="●"/>
            </a:pPr>
            <a:r>
              <a:rPr b="1" lang="en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Power Bi - Dashboard Creation</a:t>
            </a:r>
            <a:endParaRPr b="1"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1704350" y="917100"/>
            <a:ext cx="52914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Downloaded the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from the source.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Imported the dataset into the Jupyter lite for cleaning and to perform basic EDA operations.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Performed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basic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operations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to get data insights.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Dataset is the dirty dataset it has to many missing values.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Handled missing values.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Saved cleaned csv file.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Char char="●"/>
            </a:pP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Import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the CSV file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into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Power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Bi to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create dashboard.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875" y="111038"/>
            <a:ext cx="7016899" cy="4008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2395075" y="4222750"/>
            <a:ext cx="5624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 Dashboard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